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707" r:id="rId2"/>
    <p:sldMasterId id="2147483737" r:id="rId3"/>
  </p:sldMasterIdLst>
  <p:notesMasterIdLst>
    <p:notesMasterId r:id="rId17"/>
  </p:notesMasterIdLst>
  <p:handoutMasterIdLst>
    <p:handoutMasterId r:id="rId18"/>
  </p:handoutMasterIdLst>
  <p:sldIdLst>
    <p:sldId id="256" r:id="rId4"/>
    <p:sldId id="257" r:id="rId5"/>
    <p:sldId id="258" r:id="rId6"/>
    <p:sldId id="259" r:id="rId7"/>
    <p:sldId id="262" r:id="rId8"/>
    <p:sldId id="260" r:id="rId9"/>
    <p:sldId id="261" r:id="rId10"/>
    <p:sldId id="263" r:id="rId11"/>
    <p:sldId id="264" r:id="rId12"/>
    <p:sldId id="265" r:id="rId13"/>
    <p:sldId id="268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4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jojokimo@outlook.com" userId="56f48f519357c7df" providerId="LiveId" clId="{AED3F35A-486D-41F6-8D23-EA1101D1825D}"/>
    <pc:docChg chg="undo custSel addSld delSld modSld modMainMaster">
      <pc:chgData name="kjojokimo@outlook.com" userId="56f48f519357c7df" providerId="LiveId" clId="{AED3F35A-486D-41F6-8D23-EA1101D1825D}" dt="2026-05-11T12:23:50.636" v="144"/>
      <pc:docMkLst>
        <pc:docMk/>
      </pc:docMkLst>
      <pc:sldChg chg="modSp">
        <pc:chgData name="kjojokimo@outlook.com" userId="56f48f519357c7df" providerId="LiveId" clId="{AED3F35A-486D-41F6-8D23-EA1101D1825D}" dt="2026-05-10T13:19:10.936" v="3"/>
        <pc:sldMkLst>
          <pc:docMk/>
          <pc:sldMk cId="2472431995" sldId="256"/>
        </pc:sldMkLst>
        <pc:spChg chg="mod">
          <ac:chgData name="kjojokimo@outlook.com" userId="56f48f519357c7df" providerId="LiveId" clId="{AED3F35A-486D-41F6-8D23-EA1101D1825D}" dt="2026-05-10T13:19:10.936" v="3"/>
          <ac:spMkLst>
            <pc:docMk/>
            <pc:sldMk cId="2472431995" sldId="256"/>
            <ac:spMk id="2" creationId="{E3E7D19C-2D2F-41C9-B47D-0F99D7C1648B}"/>
          </ac:spMkLst>
        </pc:spChg>
        <pc:spChg chg="mod">
          <ac:chgData name="kjojokimo@outlook.com" userId="56f48f519357c7df" providerId="LiveId" clId="{AED3F35A-486D-41F6-8D23-EA1101D1825D}" dt="2026-05-10T13:19:10.936" v="3"/>
          <ac:spMkLst>
            <pc:docMk/>
            <pc:sldMk cId="2472431995" sldId="256"/>
            <ac:spMk id="3" creationId="{06B3BE51-37E9-45D5-901A-75ED069C6A6E}"/>
          </ac:spMkLst>
        </pc:spChg>
      </pc:sldChg>
      <pc:sldChg chg="modSp">
        <pc:chgData name="kjojokimo@outlook.com" userId="56f48f519357c7df" providerId="LiveId" clId="{AED3F35A-486D-41F6-8D23-EA1101D1825D}" dt="2026-05-10T13:19:10.936" v="3"/>
        <pc:sldMkLst>
          <pc:docMk/>
          <pc:sldMk cId="3673556776" sldId="257"/>
        </pc:sldMkLst>
        <pc:spChg chg="mod">
          <ac:chgData name="kjojokimo@outlook.com" userId="56f48f519357c7df" providerId="LiveId" clId="{AED3F35A-486D-41F6-8D23-EA1101D1825D}" dt="2026-05-10T13:19:10.936" v="3"/>
          <ac:spMkLst>
            <pc:docMk/>
            <pc:sldMk cId="3673556776" sldId="257"/>
            <ac:spMk id="2" creationId="{C9FBC58C-CD93-4DE3-A2E4-D29CE1788209}"/>
          </ac:spMkLst>
        </pc:spChg>
        <pc:picChg chg="mod">
          <ac:chgData name="kjojokimo@outlook.com" userId="56f48f519357c7df" providerId="LiveId" clId="{AED3F35A-486D-41F6-8D23-EA1101D1825D}" dt="2026-05-10T13:19:10.936" v="3"/>
          <ac:picMkLst>
            <pc:docMk/>
            <pc:sldMk cId="3673556776" sldId="257"/>
            <ac:picMk id="13" creationId="{0C82F082-11FA-4D0C-9879-A2D36CE53920}"/>
          </ac:picMkLst>
        </pc:picChg>
      </pc:sldChg>
      <pc:sldChg chg="modSp modTransition">
        <pc:chgData name="kjojokimo@outlook.com" userId="56f48f519357c7df" providerId="LiveId" clId="{AED3F35A-486D-41F6-8D23-EA1101D1825D}" dt="2026-05-11T05:19:01.004" v="98"/>
        <pc:sldMkLst>
          <pc:docMk/>
          <pc:sldMk cId="2699674200" sldId="258"/>
        </pc:sldMkLst>
        <pc:spChg chg="mod">
          <ac:chgData name="kjojokimo@outlook.com" userId="56f48f519357c7df" providerId="LiveId" clId="{AED3F35A-486D-41F6-8D23-EA1101D1825D}" dt="2026-05-10T13:19:10.936" v="3"/>
          <ac:spMkLst>
            <pc:docMk/>
            <pc:sldMk cId="2699674200" sldId="258"/>
            <ac:spMk id="5" creationId="{9A07D965-B5BD-4CAC-B895-6F966B91F05D}"/>
          </ac:spMkLst>
        </pc:spChg>
        <pc:spChg chg="mod">
          <ac:chgData name="kjojokimo@outlook.com" userId="56f48f519357c7df" providerId="LiveId" clId="{AED3F35A-486D-41F6-8D23-EA1101D1825D}" dt="2026-05-10T13:19:10.936" v="3"/>
          <ac:spMkLst>
            <pc:docMk/>
            <pc:sldMk cId="2699674200" sldId="258"/>
            <ac:spMk id="6" creationId="{5ABC3B7D-D835-40EC-99C0-889D67E5C59B}"/>
          </ac:spMkLst>
        </pc:spChg>
      </pc:sldChg>
      <pc:sldChg chg="modSp modTransition">
        <pc:chgData name="kjojokimo@outlook.com" userId="56f48f519357c7df" providerId="LiveId" clId="{AED3F35A-486D-41F6-8D23-EA1101D1825D}" dt="2026-05-11T12:05:54.849" v="109"/>
        <pc:sldMkLst>
          <pc:docMk/>
          <pc:sldMk cId="625090020" sldId="259"/>
        </pc:sldMkLst>
        <pc:spChg chg="mod">
          <ac:chgData name="kjojokimo@outlook.com" userId="56f48f519357c7df" providerId="LiveId" clId="{AED3F35A-486D-41F6-8D23-EA1101D1825D}" dt="2026-05-10T13:19:10.936" v="3"/>
          <ac:spMkLst>
            <pc:docMk/>
            <pc:sldMk cId="625090020" sldId="259"/>
            <ac:spMk id="2" creationId="{D4BFC7FB-F1F0-4FBB-81FD-EF1B4AF10271}"/>
          </ac:spMkLst>
        </pc:spChg>
        <pc:graphicFrameChg chg="mod">
          <ac:chgData name="kjojokimo@outlook.com" userId="56f48f519357c7df" providerId="LiveId" clId="{AED3F35A-486D-41F6-8D23-EA1101D1825D}" dt="2026-05-10T13:19:10.936" v="3"/>
          <ac:graphicFrameMkLst>
            <pc:docMk/>
            <pc:sldMk cId="625090020" sldId="259"/>
            <ac:graphicFrameMk id="5" creationId="{B9E9AF52-E293-40B1-B33D-FAC9FFC58205}"/>
          </ac:graphicFrameMkLst>
        </pc:graphicFrameChg>
      </pc:sldChg>
      <pc:sldChg chg="addSp delSp modSp mod delAnim modAnim">
        <pc:chgData name="kjojokimo@outlook.com" userId="56f48f519357c7df" providerId="LiveId" clId="{AED3F35A-486D-41F6-8D23-EA1101D1825D}" dt="2026-05-11T05:15:44.708" v="96" actId="478"/>
        <pc:sldMkLst>
          <pc:docMk/>
          <pc:sldMk cId="1752480491" sldId="261"/>
        </pc:sldMkLst>
        <pc:spChg chg="add del mod">
          <ac:chgData name="kjojokimo@outlook.com" userId="56f48f519357c7df" providerId="LiveId" clId="{AED3F35A-486D-41F6-8D23-EA1101D1825D}" dt="2026-05-11T05:15:44.708" v="96" actId="478"/>
          <ac:spMkLst>
            <pc:docMk/>
            <pc:sldMk cId="1752480491" sldId="261"/>
            <ac:spMk id="7" creationId="{41CA0DB3-5A4C-4218-8AF5-5F784E2DEDE3}"/>
          </ac:spMkLst>
        </pc:spChg>
      </pc:sldChg>
      <pc:sldChg chg="modSp">
        <pc:chgData name="kjojokimo@outlook.com" userId="56f48f519357c7df" providerId="LiveId" clId="{AED3F35A-486D-41F6-8D23-EA1101D1825D}" dt="2026-05-10T13:19:10.936" v="3"/>
        <pc:sldMkLst>
          <pc:docMk/>
          <pc:sldMk cId="3201165185" sldId="262"/>
        </pc:sldMkLst>
        <pc:spChg chg="mod">
          <ac:chgData name="kjojokimo@outlook.com" userId="56f48f519357c7df" providerId="LiveId" clId="{AED3F35A-486D-41F6-8D23-EA1101D1825D}" dt="2026-05-10T13:19:10.936" v="3"/>
          <ac:spMkLst>
            <pc:docMk/>
            <pc:sldMk cId="3201165185" sldId="262"/>
            <ac:spMk id="2" creationId="{66286D6C-9BF1-4B65-B896-87F47AF0A296}"/>
          </ac:spMkLst>
        </pc:spChg>
        <pc:spChg chg="mod">
          <ac:chgData name="kjojokimo@outlook.com" userId="56f48f519357c7df" providerId="LiveId" clId="{AED3F35A-486D-41F6-8D23-EA1101D1825D}" dt="2026-05-10T13:19:10.936" v="3"/>
          <ac:spMkLst>
            <pc:docMk/>
            <pc:sldMk cId="3201165185" sldId="262"/>
            <ac:spMk id="3" creationId="{DFC6E25D-F54F-4934-A3B3-29501B625F35}"/>
          </ac:spMkLst>
        </pc:spChg>
      </pc:sldChg>
      <pc:sldChg chg="modTransition">
        <pc:chgData name="kjojokimo@outlook.com" userId="56f48f519357c7df" providerId="LiveId" clId="{AED3F35A-486D-41F6-8D23-EA1101D1825D}" dt="2026-05-11T12:07:50.261" v="111"/>
        <pc:sldMkLst>
          <pc:docMk/>
          <pc:sldMk cId="1973607511" sldId="263"/>
        </pc:sldMkLst>
      </pc:sldChg>
      <pc:sldChg chg="modSp mod">
        <pc:chgData name="kjojokimo@outlook.com" userId="56f48f519357c7df" providerId="LiveId" clId="{AED3F35A-486D-41F6-8D23-EA1101D1825D}" dt="2026-05-11T12:14:59.060" v="117" actId="20577"/>
        <pc:sldMkLst>
          <pc:docMk/>
          <pc:sldMk cId="3743570455" sldId="264"/>
        </pc:sldMkLst>
        <pc:spChg chg="mod">
          <ac:chgData name="kjojokimo@outlook.com" userId="56f48f519357c7df" providerId="LiveId" clId="{AED3F35A-486D-41F6-8D23-EA1101D1825D}" dt="2026-05-10T13:19:10.936" v="3"/>
          <ac:spMkLst>
            <pc:docMk/>
            <pc:sldMk cId="3743570455" sldId="264"/>
            <ac:spMk id="2" creationId="{601E8CC1-9C41-47E1-AD31-08BF913FAA56}"/>
          </ac:spMkLst>
        </pc:spChg>
        <pc:spChg chg="mod">
          <ac:chgData name="kjojokimo@outlook.com" userId="56f48f519357c7df" providerId="LiveId" clId="{AED3F35A-486D-41F6-8D23-EA1101D1825D}" dt="2026-05-11T12:14:59.060" v="117" actId="20577"/>
          <ac:spMkLst>
            <pc:docMk/>
            <pc:sldMk cId="3743570455" sldId="264"/>
            <ac:spMk id="3" creationId="{5251DE98-FE68-4B94-A261-4C436117D744}"/>
          </ac:spMkLst>
        </pc:spChg>
      </pc:sldChg>
      <pc:sldChg chg="modSp">
        <pc:chgData name="kjojokimo@outlook.com" userId="56f48f519357c7df" providerId="LiveId" clId="{AED3F35A-486D-41F6-8D23-EA1101D1825D}" dt="2026-05-10T13:19:10.936" v="3"/>
        <pc:sldMkLst>
          <pc:docMk/>
          <pc:sldMk cId="1840508950" sldId="265"/>
        </pc:sldMkLst>
        <pc:spChg chg="mod">
          <ac:chgData name="kjojokimo@outlook.com" userId="56f48f519357c7df" providerId="LiveId" clId="{AED3F35A-486D-41F6-8D23-EA1101D1825D}" dt="2026-05-10T13:19:10.936" v="3"/>
          <ac:spMkLst>
            <pc:docMk/>
            <pc:sldMk cId="1840508950" sldId="265"/>
            <ac:spMk id="2" creationId="{99BA3700-0526-4E98-8D64-53FAC7B662DD}"/>
          </ac:spMkLst>
        </pc:spChg>
        <pc:picChg chg="mod">
          <ac:chgData name="kjojokimo@outlook.com" userId="56f48f519357c7df" providerId="LiveId" clId="{AED3F35A-486D-41F6-8D23-EA1101D1825D}" dt="2026-05-10T13:19:10.936" v="3"/>
          <ac:picMkLst>
            <pc:docMk/>
            <pc:sldMk cId="1840508950" sldId="265"/>
            <ac:picMk id="14" creationId="{B29DC819-2BB5-4DFA-AF33-B40445F469A8}"/>
          </ac:picMkLst>
        </pc:picChg>
      </pc:sldChg>
      <pc:sldChg chg="addSp delSp modSp new mod modClrScheme chgLayout">
        <pc:chgData name="kjojokimo@outlook.com" userId="56f48f519357c7df" providerId="LiveId" clId="{AED3F35A-486D-41F6-8D23-EA1101D1825D}" dt="2026-05-10T13:41:28.326" v="72" actId="6549"/>
        <pc:sldMkLst>
          <pc:docMk/>
          <pc:sldMk cId="4080761140" sldId="266"/>
        </pc:sldMkLst>
        <pc:spChg chg="del mod ord">
          <ac:chgData name="kjojokimo@outlook.com" userId="56f48f519357c7df" providerId="LiveId" clId="{AED3F35A-486D-41F6-8D23-EA1101D1825D}" dt="2026-05-10T13:21:28.631" v="5" actId="700"/>
          <ac:spMkLst>
            <pc:docMk/>
            <pc:sldMk cId="4080761140" sldId="266"/>
            <ac:spMk id="2" creationId="{83C52D8E-60D1-4625-8840-56C4FFE6569D}"/>
          </ac:spMkLst>
        </pc:spChg>
        <pc:spChg chg="del">
          <ac:chgData name="kjojokimo@outlook.com" userId="56f48f519357c7df" providerId="LiveId" clId="{AED3F35A-486D-41F6-8D23-EA1101D1825D}" dt="2026-05-10T13:21:28.631" v="5" actId="700"/>
          <ac:spMkLst>
            <pc:docMk/>
            <pc:sldMk cId="4080761140" sldId="266"/>
            <ac:spMk id="3" creationId="{F21286F5-71E7-42EB-B9AF-79B2C61CA6B5}"/>
          </ac:spMkLst>
        </pc:spChg>
        <pc:spChg chg="del">
          <ac:chgData name="kjojokimo@outlook.com" userId="56f48f519357c7df" providerId="LiveId" clId="{AED3F35A-486D-41F6-8D23-EA1101D1825D}" dt="2026-05-10T13:21:28.631" v="5" actId="700"/>
          <ac:spMkLst>
            <pc:docMk/>
            <pc:sldMk cId="4080761140" sldId="266"/>
            <ac:spMk id="4" creationId="{DCB8EE02-7BA4-4E09-865C-B14781487F9A}"/>
          </ac:spMkLst>
        </pc:spChg>
        <pc:spChg chg="add del mod ord">
          <ac:chgData name="kjojokimo@outlook.com" userId="56f48f519357c7df" providerId="LiveId" clId="{AED3F35A-486D-41F6-8D23-EA1101D1825D}" dt="2026-05-10T13:21:37.833" v="6" actId="700"/>
          <ac:spMkLst>
            <pc:docMk/>
            <pc:sldMk cId="4080761140" sldId="266"/>
            <ac:spMk id="5" creationId="{CDE78319-95CB-492B-BB21-DF40FD88D8D4}"/>
          </ac:spMkLst>
        </pc:spChg>
        <pc:spChg chg="add del mod ord">
          <ac:chgData name="kjojokimo@outlook.com" userId="56f48f519357c7df" providerId="LiveId" clId="{AED3F35A-486D-41F6-8D23-EA1101D1825D}" dt="2026-05-10T13:21:37.833" v="6" actId="700"/>
          <ac:spMkLst>
            <pc:docMk/>
            <pc:sldMk cId="4080761140" sldId="266"/>
            <ac:spMk id="6" creationId="{188F5B16-0CC0-4AFE-91DD-BC05667F8AAC}"/>
          </ac:spMkLst>
        </pc:spChg>
        <pc:spChg chg="add mod ord">
          <ac:chgData name="kjojokimo@outlook.com" userId="56f48f519357c7df" providerId="LiveId" clId="{AED3F35A-486D-41F6-8D23-EA1101D1825D}" dt="2026-05-10T13:41:28.326" v="72" actId="6549"/>
          <ac:spMkLst>
            <pc:docMk/>
            <pc:sldMk cId="4080761140" sldId="266"/>
            <ac:spMk id="7" creationId="{4158F18C-B418-4E76-BEBD-AE41AE8B6806}"/>
          </ac:spMkLst>
        </pc:spChg>
        <pc:spChg chg="add mod ord">
          <ac:chgData name="kjojokimo@outlook.com" userId="56f48f519357c7df" providerId="LiveId" clId="{AED3F35A-486D-41F6-8D23-EA1101D1825D}" dt="2026-05-10T13:23:55.263" v="36" actId="20577"/>
          <ac:spMkLst>
            <pc:docMk/>
            <pc:sldMk cId="4080761140" sldId="266"/>
            <ac:spMk id="8" creationId="{79C620E3-E025-44DE-A351-B8E84B33CE7B}"/>
          </ac:spMkLst>
        </pc:spChg>
        <pc:spChg chg="add mod">
          <ac:chgData name="kjojokimo@outlook.com" userId="56f48f519357c7df" providerId="LiveId" clId="{AED3F35A-486D-41F6-8D23-EA1101D1825D}" dt="2026-05-10T13:40:21.998" v="64" actId="1582"/>
          <ac:spMkLst>
            <pc:docMk/>
            <pc:sldMk cId="4080761140" sldId="266"/>
            <ac:spMk id="15" creationId="{F500CC48-8221-47B4-9ABB-19997C0C7524}"/>
          </ac:spMkLst>
        </pc:spChg>
        <pc:spChg chg="add mod">
          <ac:chgData name="kjojokimo@outlook.com" userId="56f48f519357c7df" providerId="LiveId" clId="{AED3F35A-486D-41F6-8D23-EA1101D1825D}" dt="2026-05-10T13:40:31.911" v="69" actId="1076"/>
          <ac:spMkLst>
            <pc:docMk/>
            <pc:sldMk cId="4080761140" sldId="266"/>
            <ac:spMk id="18" creationId="{E1686EE7-48A2-4EEC-9249-53440533A7CF}"/>
          </ac:spMkLst>
        </pc:spChg>
        <pc:picChg chg="add mod">
          <ac:chgData name="kjojokimo@outlook.com" userId="56f48f519357c7df" providerId="LiveId" clId="{AED3F35A-486D-41F6-8D23-EA1101D1825D}" dt="2026-05-10T13:39:03.080" v="58" actId="1076"/>
          <ac:picMkLst>
            <pc:docMk/>
            <pc:sldMk cId="4080761140" sldId="266"/>
            <ac:picMk id="10" creationId="{B48EBFE3-EE7B-4B6A-BE6A-2143081FD85E}"/>
          </ac:picMkLst>
        </pc:picChg>
        <pc:picChg chg="add del mod modCrop">
          <ac:chgData name="kjojokimo@outlook.com" userId="56f48f519357c7df" providerId="LiveId" clId="{AED3F35A-486D-41F6-8D23-EA1101D1825D}" dt="2026-05-10T13:37:48.798" v="48" actId="478"/>
          <ac:picMkLst>
            <pc:docMk/>
            <pc:sldMk cId="4080761140" sldId="266"/>
            <ac:picMk id="12" creationId="{13E92A29-BCAB-4A73-A9CF-BE7B72531167}"/>
          </ac:picMkLst>
        </pc:picChg>
        <pc:picChg chg="add mod modCrop">
          <ac:chgData name="kjojokimo@outlook.com" userId="56f48f519357c7df" providerId="LiveId" clId="{AED3F35A-486D-41F6-8D23-EA1101D1825D}" dt="2026-05-10T13:39:04.684" v="59" actId="1076"/>
          <ac:picMkLst>
            <pc:docMk/>
            <pc:sldMk cId="4080761140" sldId="266"/>
            <ac:picMk id="14" creationId="{1E900C08-71ED-40BB-A731-63C2A364FCA1}"/>
          </ac:picMkLst>
        </pc:picChg>
        <pc:picChg chg="add mod">
          <ac:chgData name="kjojokimo@outlook.com" userId="56f48f519357c7df" providerId="LiveId" clId="{AED3F35A-486D-41F6-8D23-EA1101D1825D}" dt="2026-05-10T13:39:08.394" v="61" actId="1076"/>
          <ac:picMkLst>
            <pc:docMk/>
            <pc:sldMk cId="4080761140" sldId="266"/>
            <ac:picMk id="17" creationId="{8FDAD13F-BFAA-4EA9-80B7-4C6B64AB5F78}"/>
          </ac:picMkLst>
        </pc:picChg>
      </pc:sldChg>
      <pc:sldChg chg="addSp modSp new mod">
        <pc:chgData name="kjojokimo@outlook.com" userId="56f48f519357c7df" providerId="LiveId" clId="{AED3F35A-486D-41F6-8D23-EA1101D1825D}" dt="2026-05-10T13:43:31.869" v="76" actId="1076"/>
        <pc:sldMkLst>
          <pc:docMk/>
          <pc:sldMk cId="968272894" sldId="267"/>
        </pc:sldMkLst>
        <pc:picChg chg="add mod">
          <ac:chgData name="kjojokimo@outlook.com" userId="56f48f519357c7df" providerId="LiveId" clId="{AED3F35A-486D-41F6-8D23-EA1101D1825D}" dt="2026-05-10T13:43:31.869" v="76" actId="1076"/>
          <ac:picMkLst>
            <pc:docMk/>
            <pc:sldMk cId="968272894" sldId="267"/>
            <ac:picMk id="5" creationId="{6C94E1FF-144D-4F5B-A427-5E697D4E7168}"/>
          </ac:picMkLst>
        </pc:picChg>
      </pc:sldChg>
      <pc:sldChg chg="addSp modSp new mod">
        <pc:chgData name="kjojokimo@outlook.com" userId="56f48f519357c7df" providerId="LiveId" clId="{AED3F35A-486D-41F6-8D23-EA1101D1825D}" dt="2026-05-11T05:05:38.816" v="83" actId="208"/>
        <pc:sldMkLst>
          <pc:docMk/>
          <pc:sldMk cId="1668385425" sldId="268"/>
        </pc:sldMkLst>
        <pc:spChg chg="add mod">
          <ac:chgData name="kjojokimo@outlook.com" userId="56f48f519357c7df" providerId="LiveId" clId="{AED3F35A-486D-41F6-8D23-EA1101D1825D}" dt="2026-05-11T05:05:38.816" v="83" actId="208"/>
          <ac:spMkLst>
            <pc:docMk/>
            <pc:sldMk cId="1668385425" sldId="268"/>
            <ac:spMk id="7" creationId="{3E8F1ACF-6093-41DA-BF74-4F62E1935E00}"/>
          </ac:spMkLst>
        </pc:spChg>
        <pc:picChg chg="add mod">
          <ac:chgData name="kjojokimo@outlook.com" userId="56f48f519357c7df" providerId="LiveId" clId="{AED3F35A-486D-41F6-8D23-EA1101D1825D}" dt="2026-05-11T05:05:10.031" v="79" actId="1076"/>
          <ac:picMkLst>
            <pc:docMk/>
            <pc:sldMk cId="1668385425" sldId="268"/>
            <ac:picMk id="6" creationId="{4ED41BBF-E84A-4CFD-86F2-59772F9324AC}"/>
          </ac:picMkLst>
        </pc:picChg>
      </pc:sldChg>
      <pc:sldChg chg="new del">
        <pc:chgData name="kjojokimo@outlook.com" userId="56f48f519357c7df" providerId="LiveId" clId="{AED3F35A-486D-41F6-8D23-EA1101D1825D}" dt="2026-05-11T12:13:40.185" v="113" actId="680"/>
        <pc:sldMkLst>
          <pc:docMk/>
          <pc:sldMk cId="1181873262" sldId="269"/>
        </pc:sldMkLst>
      </pc:sldChg>
      <pc:sldMasterChg chg="addSp modSp modSldLayout">
        <pc:chgData name="kjojokimo@outlook.com" userId="56f48f519357c7df" providerId="LiveId" clId="{AED3F35A-486D-41F6-8D23-EA1101D1825D}" dt="2026-05-11T12:23:50.636" v="144"/>
        <pc:sldMasterMkLst>
          <pc:docMk/>
          <pc:sldMasterMk cId="2726672753" sldId="2147483660"/>
        </pc:sldMasterMkLst>
        <pc:spChg chg="mod">
          <ac:chgData name="kjojokimo@outlook.com" userId="56f48f519357c7df" providerId="LiveId" clId="{AED3F35A-486D-41F6-8D23-EA1101D1825D}" dt="2026-05-11T12:18:32.417" v="123" actId="2711"/>
          <ac:spMkLst>
            <pc:docMk/>
            <pc:sldMasterMk cId="2726672753" sldId="2147483660"/>
            <ac:spMk id="2" creationId="{00000000-0000-0000-0000-000000000000}"/>
          </ac:spMkLst>
        </pc:spChg>
        <pc:spChg chg="mod">
          <ac:chgData name="kjojokimo@outlook.com" userId="56f48f519357c7df" providerId="LiveId" clId="{AED3F35A-486D-41F6-8D23-EA1101D1825D}" dt="2026-05-11T12:21:04.938" v="133" actId="404"/>
          <ac:spMkLst>
            <pc:docMk/>
            <pc:sldMasterMk cId="2726672753" sldId="2147483660"/>
            <ac:spMk id="4" creationId="{00000000-0000-0000-0000-000000000000}"/>
          </ac:spMkLst>
        </pc:spChg>
        <pc:spChg chg="mod">
          <ac:chgData name="kjojokimo@outlook.com" userId="56f48f519357c7df" providerId="LiveId" clId="{AED3F35A-486D-41F6-8D23-EA1101D1825D}" dt="2026-05-11T12:21:16.457" v="137" actId="113"/>
          <ac:spMkLst>
            <pc:docMk/>
            <pc:sldMasterMk cId="2726672753" sldId="2147483660"/>
            <ac:spMk id="6" creationId="{00000000-0000-0000-0000-000000000000}"/>
          </ac:spMkLst>
        </pc:spChg>
        <pc:picChg chg="add mod">
          <ac:chgData name="kjojokimo@outlook.com" userId="56f48f519357c7df" providerId="LiveId" clId="{AED3F35A-486D-41F6-8D23-EA1101D1825D}" dt="2026-05-11T12:23:09.096" v="143"/>
          <ac:picMkLst>
            <pc:docMk/>
            <pc:sldMasterMk cId="2726672753" sldId="2147483660"/>
            <ac:picMk id="18" creationId="{D02B6461-002E-4A49-A791-D5D4899FF52C}"/>
          </ac:picMkLst>
        </pc:picChg>
        <pc:sldLayoutChg chg="addSp delSp modSp mod">
          <pc:chgData name="kjojokimo@outlook.com" userId="56f48f519357c7df" providerId="LiveId" clId="{AED3F35A-486D-41F6-8D23-EA1101D1825D}" dt="2026-05-11T12:23:50.636" v="144"/>
          <pc:sldLayoutMkLst>
            <pc:docMk/>
            <pc:sldMasterMk cId="2726672753" sldId="2147483660"/>
            <pc:sldLayoutMk cId="1095271353" sldId="2147483661"/>
          </pc:sldLayoutMkLst>
          <pc:picChg chg="add del mod">
            <ac:chgData name="kjojokimo@outlook.com" userId="56f48f519357c7df" providerId="LiveId" clId="{AED3F35A-486D-41F6-8D23-EA1101D1825D}" dt="2026-05-11T12:23:05.202" v="142" actId="21"/>
            <ac:picMkLst>
              <pc:docMk/>
              <pc:sldMasterMk cId="2726672753" sldId="2147483660"/>
              <pc:sldLayoutMk cId="1095271353" sldId="2147483661"/>
              <ac:picMk id="9" creationId="{173AAAF3-2F3A-4BF2-8B0C-5BF7116EEE6A}"/>
            </ac:picMkLst>
          </pc:picChg>
          <pc:picChg chg="add mod">
            <ac:chgData name="kjojokimo@outlook.com" userId="56f48f519357c7df" providerId="LiveId" clId="{AED3F35A-486D-41F6-8D23-EA1101D1825D}" dt="2026-05-11T12:23:50.636" v="144"/>
            <ac:picMkLst>
              <pc:docMk/>
              <pc:sldMasterMk cId="2726672753" sldId="2147483660"/>
              <pc:sldLayoutMk cId="1095271353" sldId="2147483661"/>
              <ac:picMk id="20" creationId="{256A3FE8-99F1-4E0C-90D1-FE8C02295888}"/>
            </ac:picMkLst>
          </pc:pic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07D64E-9C10-45D3-8D2A-DFB559E1E543}" type="doc">
      <dgm:prSet loTypeId="urn:microsoft.com/office/officeart/2008/layout/VerticalCurvedList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zh-TW" altLang="en-US"/>
        </a:p>
      </dgm:t>
    </dgm:pt>
    <dgm:pt modelId="{9B3436B4-750D-45AB-90CC-25B76439DAD1}">
      <dgm:prSet phldrT="[文字]"/>
      <dgm:spPr/>
      <dgm:t>
        <a:bodyPr/>
        <a:lstStyle/>
        <a:p>
          <a:r>
            <a:rPr lang="en-US" altLang="zh-TW" dirty="0"/>
            <a:t>WHO</a:t>
          </a:r>
          <a:r>
            <a:rPr lang="zh-TW" altLang="en-US" dirty="0"/>
            <a:t> 簡報對象是誰</a:t>
          </a:r>
        </a:p>
      </dgm:t>
    </dgm:pt>
    <dgm:pt modelId="{310E12E6-0FA1-42C9-A45A-B3AF6083CFC6}" type="parTrans" cxnId="{3734FD84-0D66-444A-843D-EB6909C55B63}">
      <dgm:prSet/>
      <dgm:spPr/>
      <dgm:t>
        <a:bodyPr/>
        <a:lstStyle/>
        <a:p>
          <a:endParaRPr lang="zh-TW" altLang="en-US"/>
        </a:p>
      </dgm:t>
    </dgm:pt>
    <dgm:pt modelId="{65481FD0-7DC3-42CE-B929-9125F2C125CE}" type="sibTrans" cxnId="{3734FD84-0D66-444A-843D-EB6909C55B63}">
      <dgm:prSet/>
      <dgm:spPr/>
      <dgm:t>
        <a:bodyPr/>
        <a:lstStyle/>
        <a:p>
          <a:endParaRPr lang="zh-TW" altLang="en-US"/>
        </a:p>
      </dgm:t>
    </dgm:pt>
    <dgm:pt modelId="{730852B4-BC40-4801-8B15-C6B14EAD39D6}">
      <dgm:prSet phldrT="[文字]"/>
      <dgm:spPr/>
      <dgm:t>
        <a:bodyPr/>
        <a:lstStyle/>
        <a:p>
          <a:r>
            <a:rPr lang="en-US" altLang="zh-TW" dirty="0"/>
            <a:t>HOW</a:t>
          </a:r>
          <a:r>
            <a:rPr lang="zh-TW" altLang="en-US" dirty="0"/>
            <a:t> 我該說什麼</a:t>
          </a:r>
        </a:p>
      </dgm:t>
    </dgm:pt>
    <dgm:pt modelId="{EBFDCEAE-02EE-4090-B703-26CCD2A48235}" type="parTrans" cxnId="{9BA124FD-DD86-4933-AC08-B23F9A5DB5F7}">
      <dgm:prSet/>
      <dgm:spPr/>
      <dgm:t>
        <a:bodyPr/>
        <a:lstStyle/>
        <a:p>
          <a:endParaRPr lang="zh-TW" altLang="en-US"/>
        </a:p>
      </dgm:t>
    </dgm:pt>
    <dgm:pt modelId="{4132A628-01C7-4F13-A480-C50E3BE683E0}" type="sibTrans" cxnId="{9BA124FD-DD86-4933-AC08-B23F9A5DB5F7}">
      <dgm:prSet/>
      <dgm:spPr/>
      <dgm:t>
        <a:bodyPr/>
        <a:lstStyle/>
        <a:p>
          <a:endParaRPr lang="zh-TW" altLang="en-US"/>
        </a:p>
      </dgm:t>
    </dgm:pt>
    <dgm:pt modelId="{75D8D38A-0CB2-448E-BDE9-1224F49634B9}">
      <dgm:prSet phldrT="[文字]"/>
      <dgm:spPr/>
      <dgm:t>
        <a:bodyPr/>
        <a:lstStyle/>
        <a:p>
          <a:r>
            <a:rPr lang="en-US" altLang="zh-TW" dirty="0"/>
            <a:t>WHY</a:t>
          </a:r>
          <a:r>
            <a:rPr lang="zh-TW" altLang="en-US" dirty="0"/>
            <a:t> 觀眾想聽什麼</a:t>
          </a:r>
        </a:p>
      </dgm:t>
    </dgm:pt>
    <dgm:pt modelId="{47E285C4-90C6-46DC-8578-3C97D1DB048E}" type="parTrans" cxnId="{51EBE674-79E6-4CDA-B2F3-6F78F230A6BC}">
      <dgm:prSet/>
      <dgm:spPr/>
      <dgm:t>
        <a:bodyPr/>
        <a:lstStyle/>
        <a:p>
          <a:endParaRPr lang="zh-TW" altLang="en-US"/>
        </a:p>
      </dgm:t>
    </dgm:pt>
    <dgm:pt modelId="{A9FFFD39-4708-48C2-816E-712251921803}" type="sibTrans" cxnId="{51EBE674-79E6-4CDA-B2F3-6F78F230A6BC}">
      <dgm:prSet/>
      <dgm:spPr/>
      <dgm:t>
        <a:bodyPr/>
        <a:lstStyle/>
        <a:p>
          <a:endParaRPr lang="zh-TW" altLang="en-US"/>
        </a:p>
      </dgm:t>
    </dgm:pt>
    <dgm:pt modelId="{3FAECF05-85A5-4669-AF26-7545186EAE52}" type="pres">
      <dgm:prSet presAssocID="{7307D64E-9C10-45D3-8D2A-DFB559E1E543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TW" altLang="en-US"/>
        </a:p>
      </dgm:t>
    </dgm:pt>
    <dgm:pt modelId="{A085C948-BEE2-47AC-B174-01A39F98E60B}" type="pres">
      <dgm:prSet presAssocID="{7307D64E-9C10-45D3-8D2A-DFB559E1E543}" presName="Name1" presStyleCnt="0"/>
      <dgm:spPr/>
    </dgm:pt>
    <dgm:pt modelId="{FB47E097-3C8D-431F-8BBC-67C6B35DA71F}" type="pres">
      <dgm:prSet presAssocID="{7307D64E-9C10-45D3-8D2A-DFB559E1E543}" presName="cycle" presStyleCnt="0"/>
      <dgm:spPr/>
    </dgm:pt>
    <dgm:pt modelId="{4372276D-B42F-43DB-A53D-27ADA44C412B}" type="pres">
      <dgm:prSet presAssocID="{7307D64E-9C10-45D3-8D2A-DFB559E1E543}" presName="srcNode" presStyleLbl="node1" presStyleIdx="0" presStyleCnt="3"/>
      <dgm:spPr/>
    </dgm:pt>
    <dgm:pt modelId="{685569A0-8CAF-4B33-8B25-9F0F2CBC3E98}" type="pres">
      <dgm:prSet presAssocID="{7307D64E-9C10-45D3-8D2A-DFB559E1E543}" presName="conn" presStyleLbl="parChTrans1D2" presStyleIdx="0" presStyleCnt="1"/>
      <dgm:spPr/>
      <dgm:t>
        <a:bodyPr/>
        <a:lstStyle/>
        <a:p>
          <a:endParaRPr lang="zh-TW" altLang="en-US"/>
        </a:p>
      </dgm:t>
    </dgm:pt>
    <dgm:pt modelId="{6D6899AB-EE5E-4854-840F-9961B1D97A76}" type="pres">
      <dgm:prSet presAssocID="{7307D64E-9C10-45D3-8D2A-DFB559E1E543}" presName="extraNode" presStyleLbl="node1" presStyleIdx="0" presStyleCnt="3"/>
      <dgm:spPr/>
    </dgm:pt>
    <dgm:pt modelId="{A451346B-71C1-44EC-8B03-42981FD9D3E9}" type="pres">
      <dgm:prSet presAssocID="{7307D64E-9C10-45D3-8D2A-DFB559E1E543}" presName="dstNode" presStyleLbl="node1" presStyleIdx="0" presStyleCnt="3"/>
      <dgm:spPr/>
    </dgm:pt>
    <dgm:pt modelId="{1527F894-60D5-49CF-BE75-C16FB5DA700F}" type="pres">
      <dgm:prSet presAssocID="{9B3436B4-750D-45AB-90CC-25B76439DAD1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F824F08-2BE8-4006-ACD4-478FC561FA4B}" type="pres">
      <dgm:prSet presAssocID="{9B3436B4-750D-45AB-90CC-25B76439DAD1}" presName="accent_1" presStyleCnt="0"/>
      <dgm:spPr/>
    </dgm:pt>
    <dgm:pt modelId="{A0D443FF-877E-4713-91E2-CB8ED6E3B8C1}" type="pres">
      <dgm:prSet presAssocID="{9B3436B4-750D-45AB-90CC-25B76439DAD1}" presName="accentRepeatNode" presStyleLbl="solidFgAcc1" presStyleIdx="0" presStyleCnt="3"/>
      <dgm:spPr/>
    </dgm:pt>
    <dgm:pt modelId="{F7694110-9EDF-49CA-BDF4-92D042DB6D39}" type="pres">
      <dgm:prSet presAssocID="{730852B4-BC40-4801-8B15-C6B14EAD39D6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155BF11-6E1D-4DEC-9D32-B9A00FA01715}" type="pres">
      <dgm:prSet presAssocID="{730852B4-BC40-4801-8B15-C6B14EAD39D6}" presName="accent_2" presStyleCnt="0"/>
      <dgm:spPr/>
    </dgm:pt>
    <dgm:pt modelId="{4117B64F-966A-40E8-8645-68A2178E495C}" type="pres">
      <dgm:prSet presAssocID="{730852B4-BC40-4801-8B15-C6B14EAD39D6}" presName="accentRepeatNode" presStyleLbl="solidFgAcc1" presStyleIdx="1" presStyleCnt="3"/>
      <dgm:spPr/>
    </dgm:pt>
    <dgm:pt modelId="{62C20E9E-BAE0-475B-9934-282A109D6457}" type="pres">
      <dgm:prSet presAssocID="{75D8D38A-0CB2-448E-BDE9-1224F49634B9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C2FE8D7-200B-4679-B9DE-01B7B410729E}" type="pres">
      <dgm:prSet presAssocID="{75D8D38A-0CB2-448E-BDE9-1224F49634B9}" presName="accent_3" presStyleCnt="0"/>
      <dgm:spPr/>
    </dgm:pt>
    <dgm:pt modelId="{0669B251-32F3-43C3-AA90-DAB7DDAC2B41}" type="pres">
      <dgm:prSet presAssocID="{75D8D38A-0CB2-448E-BDE9-1224F49634B9}" presName="accentRepeatNode" presStyleLbl="solidFgAcc1" presStyleIdx="2" presStyleCnt="3"/>
      <dgm:spPr/>
    </dgm:pt>
  </dgm:ptLst>
  <dgm:cxnLst>
    <dgm:cxn modelId="{AADC7A2F-02DC-45FB-9F6A-CE84F6413D36}" type="presOf" srcId="{7307D64E-9C10-45D3-8D2A-DFB559E1E543}" destId="{3FAECF05-85A5-4669-AF26-7545186EAE52}" srcOrd="0" destOrd="0" presId="urn:microsoft.com/office/officeart/2008/layout/VerticalCurvedList"/>
    <dgm:cxn modelId="{51EBE674-79E6-4CDA-B2F3-6F78F230A6BC}" srcId="{7307D64E-9C10-45D3-8D2A-DFB559E1E543}" destId="{75D8D38A-0CB2-448E-BDE9-1224F49634B9}" srcOrd="2" destOrd="0" parTransId="{47E285C4-90C6-46DC-8578-3C97D1DB048E}" sibTransId="{A9FFFD39-4708-48C2-816E-712251921803}"/>
    <dgm:cxn modelId="{B8A56012-349A-445C-9885-EC1B133F59EC}" type="presOf" srcId="{75D8D38A-0CB2-448E-BDE9-1224F49634B9}" destId="{62C20E9E-BAE0-475B-9934-282A109D6457}" srcOrd="0" destOrd="0" presId="urn:microsoft.com/office/officeart/2008/layout/VerticalCurvedList"/>
    <dgm:cxn modelId="{3734FD84-0D66-444A-843D-EB6909C55B63}" srcId="{7307D64E-9C10-45D3-8D2A-DFB559E1E543}" destId="{9B3436B4-750D-45AB-90CC-25B76439DAD1}" srcOrd="0" destOrd="0" parTransId="{310E12E6-0FA1-42C9-A45A-B3AF6083CFC6}" sibTransId="{65481FD0-7DC3-42CE-B929-9125F2C125CE}"/>
    <dgm:cxn modelId="{FA240997-8D12-41FC-80FB-AA8A4B444434}" type="presOf" srcId="{730852B4-BC40-4801-8B15-C6B14EAD39D6}" destId="{F7694110-9EDF-49CA-BDF4-92D042DB6D39}" srcOrd="0" destOrd="0" presId="urn:microsoft.com/office/officeart/2008/layout/VerticalCurvedList"/>
    <dgm:cxn modelId="{9BA124FD-DD86-4933-AC08-B23F9A5DB5F7}" srcId="{7307D64E-9C10-45D3-8D2A-DFB559E1E543}" destId="{730852B4-BC40-4801-8B15-C6B14EAD39D6}" srcOrd="1" destOrd="0" parTransId="{EBFDCEAE-02EE-4090-B703-26CCD2A48235}" sibTransId="{4132A628-01C7-4F13-A480-C50E3BE683E0}"/>
    <dgm:cxn modelId="{DEA27DA4-3A31-422F-A35A-D2326BA1B66F}" type="presOf" srcId="{9B3436B4-750D-45AB-90CC-25B76439DAD1}" destId="{1527F894-60D5-49CF-BE75-C16FB5DA700F}" srcOrd="0" destOrd="0" presId="urn:microsoft.com/office/officeart/2008/layout/VerticalCurvedList"/>
    <dgm:cxn modelId="{876A85B6-833B-423A-A0F8-BDDFFCA34239}" type="presOf" srcId="{65481FD0-7DC3-42CE-B929-9125F2C125CE}" destId="{685569A0-8CAF-4B33-8B25-9F0F2CBC3E98}" srcOrd="0" destOrd="0" presId="urn:microsoft.com/office/officeart/2008/layout/VerticalCurvedList"/>
    <dgm:cxn modelId="{51ED21AE-5118-4DED-BDD0-B3E2E140F75A}" type="presParOf" srcId="{3FAECF05-85A5-4669-AF26-7545186EAE52}" destId="{A085C948-BEE2-47AC-B174-01A39F98E60B}" srcOrd="0" destOrd="0" presId="urn:microsoft.com/office/officeart/2008/layout/VerticalCurvedList"/>
    <dgm:cxn modelId="{9C554484-56D2-4418-A566-8DC58E04BBC2}" type="presParOf" srcId="{A085C948-BEE2-47AC-B174-01A39F98E60B}" destId="{FB47E097-3C8D-431F-8BBC-67C6B35DA71F}" srcOrd="0" destOrd="0" presId="urn:microsoft.com/office/officeart/2008/layout/VerticalCurvedList"/>
    <dgm:cxn modelId="{5F935CB6-B5D3-4176-B171-6A41EA96F59F}" type="presParOf" srcId="{FB47E097-3C8D-431F-8BBC-67C6B35DA71F}" destId="{4372276D-B42F-43DB-A53D-27ADA44C412B}" srcOrd="0" destOrd="0" presId="urn:microsoft.com/office/officeart/2008/layout/VerticalCurvedList"/>
    <dgm:cxn modelId="{A67CABCA-EA1E-4B7C-8266-717CFBFF3DDA}" type="presParOf" srcId="{FB47E097-3C8D-431F-8BBC-67C6B35DA71F}" destId="{685569A0-8CAF-4B33-8B25-9F0F2CBC3E98}" srcOrd="1" destOrd="0" presId="urn:microsoft.com/office/officeart/2008/layout/VerticalCurvedList"/>
    <dgm:cxn modelId="{0F5CC617-0D5E-4FAE-B12C-E0DF98A93226}" type="presParOf" srcId="{FB47E097-3C8D-431F-8BBC-67C6B35DA71F}" destId="{6D6899AB-EE5E-4854-840F-9961B1D97A76}" srcOrd="2" destOrd="0" presId="urn:microsoft.com/office/officeart/2008/layout/VerticalCurvedList"/>
    <dgm:cxn modelId="{B40428B2-26B8-47D1-9E7A-ECDBBF4696F0}" type="presParOf" srcId="{FB47E097-3C8D-431F-8BBC-67C6B35DA71F}" destId="{A451346B-71C1-44EC-8B03-42981FD9D3E9}" srcOrd="3" destOrd="0" presId="urn:microsoft.com/office/officeart/2008/layout/VerticalCurvedList"/>
    <dgm:cxn modelId="{0338F2F3-B0D6-4F52-932F-15EA91DF9B1D}" type="presParOf" srcId="{A085C948-BEE2-47AC-B174-01A39F98E60B}" destId="{1527F894-60D5-49CF-BE75-C16FB5DA700F}" srcOrd="1" destOrd="0" presId="urn:microsoft.com/office/officeart/2008/layout/VerticalCurvedList"/>
    <dgm:cxn modelId="{B1D93A41-2154-47A1-B6F2-96B88ABA7B8B}" type="presParOf" srcId="{A085C948-BEE2-47AC-B174-01A39F98E60B}" destId="{DF824F08-2BE8-4006-ACD4-478FC561FA4B}" srcOrd="2" destOrd="0" presId="urn:microsoft.com/office/officeart/2008/layout/VerticalCurvedList"/>
    <dgm:cxn modelId="{F70640DA-F274-401C-8DDE-36DF46B9D68A}" type="presParOf" srcId="{DF824F08-2BE8-4006-ACD4-478FC561FA4B}" destId="{A0D443FF-877E-4713-91E2-CB8ED6E3B8C1}" srcOrd="0" destOrd="0" presId="urn:microsoft.com/office/officeart/2008/layout/VerticalCurvedList"/>
    <dgm:cxn modelId="{74442D3C-A285-42A1-91BD-BB4C6F1C4D80}" type="presParOf" srcId="{A085C948-BEE2-47AC-B174-01A39F98E60B}" destId="{F7694110-9EDF-49CA-BDF4-92D042DB6D39}" srcOrd="3" destOrd="0" presId="urn:microsoft.com/office/officeart/2008/layout/VerticalCurvedList"/>
    <dgm:cxn modelId="{D15F0695-9069-40FF-8F9A-7B28B9AA3696}" type="presParOf" srcId="{A085C948-BEE2-47AC-B174-01A39F98E60B}" destId="{8155BF11-6E1D-4DEC-9D32-B9A00FA01715}" srcOrd="4" destOrd="0" presId="urn:microsoft.com/office/officeart/2008/layout/VerticalCurvedList"/>
    <dgm:cxn modelId="{71C2DC2E-0F17-469B-B2E3-305B1AE783B8}" type="presParOf" srcId="{8155BF11-6E1D-4DEC-9D32-B9A00FA01715}" destId="{4117B64F-966A-40E8-8645-68A2178E495C}" srcOrd="0" destOrd="0" presId="urn:microsoft.com/office/officeart/2008/layout/VerticalCurvedList"/>
    <dgm:cxn modelId="{FD42C6DE-2703-4CD3-8EF6-B4A8746C7835}" type="presParOf" srcId="{A085C948-BEE2-47AC-B174-01A39F98E60B}" destId="{62C20E9E-BAE0-475B-9934-282A109D6457}" srcOrd="5" destOrd="0" presId="urn:microsoft.com/office/officeart/2008/layout/VerticalCurvedList"/>
    <dgm:cxn modelId="{2E365B61-D494-40D3-9435-31DD8495862F}" type="presParOf" srcId="{A085C948-BEE2-47AC-B174-01A39F98E60B}" destId="{5C2FE8D7-200B-4679-B9DE-01B7B410729E}" srcOrd="6" destOrd="0" presId="urn:microsoft.com/office/officeart/2008/layout/VerticalCurvedList"/>
    <dgm:cxn modelId="{C5BDE711-213F-4CCA-B4A7-73038220F114}" type="presParOf" srcId="{5C2FE8D7-200B-4679-B9DE-01B7B410729E}" destId="{0669B251-32F3-43C3-AA90-DAB7DDAC2B4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5569A0-8CAF-4B33-8B25-9F0F2CBC3E98}">
      <dsp:nvSpPr>
        <dsp:cNvPr id="0" name=""/>
        <dsp:cNvSpPr/>
      </dsp:nvSpPr>
      <dsp:spPr>
        <a:xfrm>
          <a:off x="-4387787" y="-673007"/>
          <a:ext cx="5227451" cy="5227451"/>
        </a:xfrm>
        <a:prstGeom prst="blockArc">
          <a:avLst>
            <a:gd name="adj1" fmla="val 18900000"/>
            <a:gd name="adj2" fmla="val 2700000"/>
            <a:gd name="adj3" fmla="val 413"/>
          </a:avLst>
        </a:prstGeom>
        <a:noFill/>
        <a:ln w="1270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27F894-60D5-49CF-BE75-C16FB5DA700F}">
      <dsp:nvSpPr>
        <dsp:cNvPr id="0" name=""/>
        <dsp:cNvSpPr/>
      </dsp:nvSpPr>
      <dsp:spPr>
        <a:xfrm>
          <a:off x="540004" y="388143"/>
          <a:ext cx="8004004" cy="77628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6178" tIns="76200" rIns="76200" bIns="762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3000" kern="1200" dirty="0"/>
            <a:t>WHO</a:t>
          </a:r>
          <a:r>
            <a:rPr lang="zh-TW" altLang="en-US" sz="3000" kern="1200" dirty="0"/>
            <a:t> 簡報對象是誰</a:t>
          </a:r>
        </a:p>
      </dsp:txBody>
      <dsp:txXfrm>
        <a:off x="540004" y="388143"/>
        <a:ext cx="8004004" cy="776287"/>
      </dsp:txXfrm>
    </dsp:sp>
    <dsp:sp modelId="{A0D443FF-877E-4713-91E2-CB8ED6E3B8C1}">
      <dsp:nvSpPr>
        <dsp:cNvPr id="0" name=""/>
        <dsp:cNvSpPr/>
      </dsp:nvSpPr>
      <dsp:spPr>
        <a:xfrm>
          <a:off x="54824" y="291107"/>
          <a:ext cx="970359" cy="9703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694110-9EDF-49CA-BDF4-92D042DB6D39}">
      <dsp:nvSpPr>
        <dsp:cNvPr id="0" name=""/>
        <dsp:cNvSpPr/>
      </dsp:nvSpPr>
      <dsp:spPr>
        <a:xfrm>
          <a:off x="822184" y="1552574"/>
          <a:ext cx="7721824" cy="77628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6178" tIns="76200" rIns="76200" bIns="762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3000" kern="1200" dirty="0"/>
            <a:t>HOW</a:t>
          </a:r>
          <a:r>
            <a:rPr lang="zh-TW" altLang="en-US" sz="3000" kern="1200" dirty="0"/>
            <a:t> 我該說什麼</a:t>
          </a:r>
        </a:p>
      </dsp:txBody>
      <dsp:txXfrm>
        <a:off x="822184" y="1552574"/>
        <a:ext cx="7721824" cy="776287"/>
      </dsp:txXfrm>
    </dsp:sp>
    <dsp:sp modelId="{4117B64F-966A-40E8-8645-68A2178E495C}">
      <dsp:nvSpPr>
        <dsp:cNvPr id="0" name=""/>
        <dsp:cNvSpPr/>
      </dsp:nvSpPr>
      <dsp:spPr>
        <a:xfrm>
          <a:off x="337004" y="1455538"/>
          <a:ext cx="970359" cy="9703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C20E9E-BAE0-475B-9934-282A109D6457}">
      <dsp:nvSpPr>
        <dsp:cNvPr id="0" name=""/>
        <dsp:cNvSpPr/>
      </dsp:nvSpPr>
      <dsp:spPr>
        <a:xfrm>
          <a:off x="540004" y="2717005"/>
          <a:ext cx="8004004" cy="77628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l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6178" tIns="76200" rIns="76200" bIns="762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3000" kern="1200" dirty="0"/>
            <a:t>WHY</a:t>
          </a:r>
          <a:r>
            <a:rPr lang="zh-TW" altLang="en-US" sz="3000" kern="1200" dirty="0"/>
            <a:t> 觀眾想聽什麼</a:t>
          </a:r>
        </a:p>
      </dsp:txBody>
      <dsp:txXfrm>
        <a:off x="540004" y="2717005"/>
        <a:ext cx="8004004" cy="776287"/>
      </dsp:txXfrm>
    </dsp:sp>
    <dsp:sp modelId="{0669B251-32F3-43C3-AA90-DAB7DDAC2B41}">
      <dsp:nvSpPr>
        <dsp:cNvPr id="0" name=""/>
        <dsp:cNvSpPr/>
      </dsp:nvSpPr>
      <dsp:spPr>
        <a:xfrm>
          <a:off x="54824" y="2619969"/>
          <a:ext cx="970359" cy="9703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67ABC290-DCA2-40C6-B156-4360F134F4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3F840A7-181D-48F6-9744-CC9FBC9A7B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4E6CA-4F37-43D6-9116-00988A5EB2C6}" type="datetimeFigureOut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F268CDC-34AD-4C0D-9577-7EA56C8B36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A81B733-8A50-4CE6-9251-6AAAC7498B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5DD9C-5DFC-48B6-AABC-749AA6F318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1360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E7005A-1DCF-4C2B-9AE5-1A1FA96C4532}" type="datetimeFigureOut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86CC0F-7CD5-484D-B7F5-D97D30E30B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53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889753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A78D3-2099-405A-AC6D-97645A1A85FD}" type="datetime1">
              <a:rPr lang="zh-TW" altLang="en-US" smtClean="0"/>
              <a:t>2026/5/14 Thursday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20" name="圖形 19" descr="蘋果 以實心填滿">
            <a:extLst>
              <a:ext uri="{FF2B5EF4-FFF2-40B4-BE49-F238E27FC236}">
                <a16:creationId xmlns:a16="http://schemas.microsoft.com/office/drawing/2014/main" id="{256A3FE8-99F1-4E0C-90D1-FE8C022958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227950" y="37203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71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3FB26-46D0-4011-942A-D439F1A3F4E5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683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CCD0-CC3F-488B-ABBE-BFD54D484B86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492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圖文">
    <p:bg>
      <p:bgPr>
        <a:blipFill dpi="0" rotWithShape="1">
          <a:blip r:embed="rId2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F7C391-DEE2-4442-8FB7-48759FB2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491" y="733425"/>
            <a:ext cx="4022109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CF80295-281B-410A-9141-8E56B98FF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8CC9-7458-43F5-AAC5-6ADC9EBB93D3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49CF1FF-AF61-488E-B7A5-C77B279C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C3FBB01-8986-4128-AA04-6E07FD31F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5" name="圖片版面配置區 14">
            <a:extLst>
              <a:ext uri="{FF2B5EF4-FFF2-40B4-BE49-F238E27FC236}">
                <a16:creationId xmlns:a16="http://schemas.microsoft.com/office/drawing/2014/main" id="{2F9F83DA-FA21-42CE-B0E4-E6D9D6553B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51313" y="3613150"/>
            <a:ext cx="2312987" cy="190023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7" name="圖片版面配置區 16">
            <a:extLst>
              <a:ext uri="{FF2B5EF4-FFF2-40B4-BE49-F238E27FC236}">
                <a16:creationId xmlns:a16="http://schemas.microsoft.com/office/drawing/2014/main" id="{F7B49FD6-BC21-45ED-95D2-1EB5566A79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24875" y="3549650"/>
            <a:ext cx="2563813" cy="2152650"/>
          </a:xfr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779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7DC6-17BE-46B2-9AC3-C8660FBD0FD4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1966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EBAF7-75A1-44C1-8D6A-D8546F19644B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3830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C1780-575A-4550-8957-97C539867FEB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1189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08C69-3A56-4F7A-8982-81208BEDB7C5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7957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D12C8-7B2D-4DF5-8FA7-175EBE474487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1212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2A47-8D83-46B7-906F-C5FE93C5128A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2383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6E4B5-484F-4B62-9722-8B9D92FA1F58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9314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5C64-D74C-454C-8A65-0DABD3333087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632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72216-33AC-4233-87EB-113BDC0AAFE6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232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1A5E-770E-47C3-AB02-824EC42735D7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9641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DFF78-6C87-4885-B2EE-FE21A9497918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2635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226E4-ABC6-4CDC-A183-7E1A8EF6C6A9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0141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C1892-047C-440B-9E8C-AD422267ABA6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57682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56AA-3350-4074-A094-AD4A2556CD7A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9" descr="天使的臉 (實心填滿) 以實心填滿">
            <a:extLst>
              <a:ext uri="{FF2B5EF4-FFF2-40B4-BE49-F238E27FC236}">
                <a16:creationId xmlns:a16="http://schemas.microsoft.com/office/drawing/2014/main" id="{3103D00A-E53D-4BF9-A2B7-756EC03C50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874126" y="6873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338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F5FB7-9B3D-4624-8E90-E32E5DA475FF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46803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9A0BF-DC78-4BEE-B3CA-88EFD09A2D38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527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6A92C-A92B-4085-8FB7-08F693946627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51951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8D5C-031B-4B96-93D1-7007B6F9A439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614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364E4-089B-42D7-B510-1F8DCBF93669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7605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1335-056D-467F-B2F2-F9EE0F26B344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00242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C2FE127-FEB3-49DF-A511-DEF34000990B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05794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00D9B-D5A2-4058-8A94-51B25E68B462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94312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CA53-48E1-44CB-A955-27BDC52CEA23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09257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3947F-5B56-421E-BFD4-258249B8511A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47763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5EF7909-D38F-45D5-BBEF-0B04038DA397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0645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64FA-6951-4C56-B3CF-FEB4C228C9AF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57011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1D1C9-27E5-4236-8447-2CF85AE4E637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3932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A41D1-3357-4725-BA8E-CE1C81DCEE30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45952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49526-F73C-4CB4-887C-BC2F9DB98728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4223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58077-5828-4B7E-8B2E-53AE475122FA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1057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36E1-405C-4C0D-9B2A-E42E01E24784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15508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E0EAA-823B-4D34-A112-192B03AE4C8B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2756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19175-63C2-4087-AB24-356331DCF06C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29984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69C06-F717-4CCF-BE5A-B4BEC14CBB36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06044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8AC4-6C55-4530-9537-889A65008CCC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3557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445CC-805F-45D3-8DC6-B9C2767EF82D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28939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A64B-646A-4CDE-ACD1-1C4AEF4D7427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42228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6B53F-EE15-4338-A0AF-781737C3B603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93009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FAE23-BBAF-4049-AF9A-5A71677AEAC7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771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26425-4F8D-47AD-94A4-FC6D6A3DEC1C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64442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9C957-77B5-4C49-925F-FA8FAB4056F8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86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0B9F9-AFF3-483F-9176-6196CE70D942}" type="datetime1">
              <a:rPr lang="zh-TW" altLang="en-US" smtClean="0"/>
              <a:pPr/>
              <a:t>2026/5/14 Thursday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accent5"/>
                </a:solidFill>
              </a:defRPr>
            </a:lvl1pPr>
          </a:lstStyle>
          <a:p>
            <a:fld id="{75045B7D-0AE3-4649-9D1A-641EFDE58513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8" name="圖形 17" descr="蘋果 以實心填滿">
            <a:extLst>
              <a:ext uri="{FF2B5EF4-FFF2-40B4-BE49-F238E27FC236}">
                <a16:creationId xmlns:a16="http://schemas.microsoft.com/office/drawing/2014/main" id="{D02B6461-002E-4A49-A791-D5D4899FF52C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0"/>
              </a:ext>
            </a:extLst>
          </a:blip>
          <a:stretch>
            <a:fillRect/>
          </a:stretch>
        </p:blipFill>
        <p:spPr>
          <a:xfrm>
            <a:off x="10227950" y="37203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672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7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800" b="1" kern="1200">
          <a:solidFill>
            <a:schemeClr val="tx1"/>
          </a:solidFill>
          <a:latin typeface="+mn-ea"/>
          <a:ea typeface="+mn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C9D10A0-2733-4794-8388-12E72F135128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41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06E1BE3-7FCF-44E9-A3B7-0883FC2F524C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5045B7D-0AE3-4649-9D1A-641EFDE585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0037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9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studio.youtube.com/channel/UC7ck_IHMNFeLIPlu5M7q-NQ/music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E7D19C-2D2F-41C9-B47D-0F99D7C164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800" dirty="0"/>
              <a:t>如何製作一份優質的投影片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6B3BE51-37E9-45D5-901A-75ED069C6A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TW" altLang="en-US" dirty="0"/>
              <a:t>報告者：巫佩珊</a:t>
            </a:r>
          </a:p>
        </p:txBody>
      </p:sp>
    </p:spTree>
    <p:extLst>
      <p:ext uri="{BB962C8B-B14F-4D97-AF65-F5344CB8AC3E}">
        <p14:creationId xmlns:p14="http://schemas.microsoft.com/office/powerpoint/2010/main" val="2472431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chemeClr val="bg1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FBC58C-CD93-4DE3-A2E4-D29CE1788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 dirty="0"/>
              <a:t>底圖填滿</a:t>
            </a:r>
            <a:r>
              <a:rPr lang="en-US" altLang="zh-TW" dirty="0"/>
              <a:t>/</a:t>
            </a:r>
            <a:r>
              <a:rPr lang="zh-TW" altLang="en-US" dirty="0"/>
              <a:t>插入圖案</a:t>
            </a:r>
          </a:p>
        </p:txBody>
      </p:sp>
      <p:pic>
        <p:nvPicPr>
          <p:cNvPr id="13" name="內容版面配置區 12" descr="拳頭放在臉頰的商務人士">
            <a:extLst>
              <a:ext uri="{FF2B5EF4-FFF2-40B4-BE49-F238E27FC236}">
                <a16:creationId xmlns:a16="http://schemas.microsoft.com/office/drawing/2014/main" id="{0C82F082-11FA-4D0C-9879-A2D36CE539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414" y="2160587"/>
            <a:ext cx="1177761" cy="3881437"/>
          </a:xfrm>
        </p:spPr>
      </p:pic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2BF2F5F4-2B09-4B9D-91A5-639F42D16B0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2160588"/>
            <a:ext cx="7245350" cy="3881437"/>
          </a:xfrm>
        </p:spPr>
        <p:txBody>
          <a:bodyPr>
            <a:normAutofit/>
          </a:bodyPr>
          <a:lstStyle/>
          <a:p>
            <a:r>
              <a:rPr lang="zh-TW" altLang="en-US" sz="3600" b="1" dirty="0"/>
              <a:t>好的簡報，必須能夠讓觀眾在短時間可以抓到你的重點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6F0ED17-18DC-4CE6-ADE4-7D33B5FCE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649D4-33EA-47EC-AB8D-DE99DEE91A31}" type="datetime1">
              <a:rPr lang="zh-TW" altLang="en-US" smtClean="0"/>
              <a:t>2026/5/14 Thursday</a:t>
            </a:fld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0DFA879-4AFF-478B-81E8-8EC76EC47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E4453B9-F60F-46F3-996C-53D7B2F1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3556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A07D965-B5BD-4CAC-B895-6F966B91F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製作簡報常見的三項錯誤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ABC3B7D-D835-40EC-99C0-889D67E5C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/>
              <a:t>錯誤一：</a:t>
            </a:r>
            <a:endParaRPr lang="en-US" altLang="zh-TW" sz="3200" dirty="0"/>
          </a:p>
          <a:p>
            <a:pPr lvl="1"/>
            <a:r>
              <a:rPr lang="zh-TW" altLang="en-US" sz="2800" dirty="0"/>
              <a:t>在投影片裡塞滿了大量文字</a:t>
            </a:r>
            <a:endParaRPr lang="en-US" altLang="zh-TW" sz="2800" dirty="0"/>
          </a:p>
          <a:p>
            <a:r>
              <a:rPr lang="zh-TW" altLang="en-US" sz="3200" dirty="0"/>
              <a:t>錯誤二：</a:t>
            </a:r>
            <a:endParaRPr lang="en-US" altLang="zh-TW" sz="3200" dirty="0"/>
          </a:p>
          <a:p>
            <a:pPr lvl="1"/>
            <a:r>
              <a:rPr lang="zh-TW" altLang="en-US" sz="2800" dirty="0"/>
              <a:t>簡報者使用單調語氣誦簡報</a:t>
            </a:r>
            <a:endParaRPr lang="en-US" altLang="zh-TW" sz="2800" dirty="0"/>
          </a:p>
          <a:p>
            <a:r>
              <a:rPr lang="zh-TW" altLang="en-US" sz="3200" dirty="0"/>
              <a:t>錯誤三：</a:t>
            </a:r>
            <a:endParaRPr lang="en-US" altLang="zh-TW" sz="3200" dirty="0"/>
          </a:p>
          <a:p>
            <a:pPr lvl="1"/>
            <a:r>
              <a:rPr lang="zh-TW" altLang="en-US" sz="2800" dirty="0"/>
              <a:t>在每一頁的簡報套用令人分心的動畫。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6B71833-8C84-437B-A8E1-901FE47D73A7}"/>
              </a:ext>
            </a:extLst>
          </p:cNvPr>
          <p:cNvSpPr txBox="1"/>
          <p:nvPr/>
        </p:nvSpPr>
        <p:spPr>
          <a:xfrm>
            <a:off x="677334" y="1399163"/>
            <a:ext cx="1603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Tab </a:t>
            </a:r>
            <a:r>
              <a:rPr lang="zh-TW" altLang="en-US" dirty="0">
                <a:solidFill>
                  <a:srgbClr val="FF0000"/>
                </a:solidFill>
              </a:rPr>
              <a:t>第二階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 err="1">
                <a:solidFill>
                  <a:srgbClr val="FF0000"/>
                </a:solidFill>
              </a:rPr>
              <a:t>Shift+Tab</a:t>
            </a:r>
            <a:r>
              <a:rPr lang="zh-TW" altLang="en-US" dirty="0">
                <a:solidFill>
                  <a:srgbClr val="FF0000"/>
                </a:solidFill>
              </a:rPr>
              <a:t>復原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54E010B-312B-44B5-99C3-9B3B0C1CA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F7D80-DEBD-4220-97B7-3751CBAA7C93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14262F0-5685-4720-9A32-7BE458B1F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879AD1-D59A-4EC6-913D-0F6ACFC1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9674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FC7FB-F1F0-4FBB-81FD-EF1B4AF10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精準傳遞你的想法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B9E9AF52-E293-40B1-B33D-FAC9FFC582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0395739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53FBB74B-E4A7-43FC-B0D9-94FAA294D4E8}"/>
              </a:ext>
            </a:extLst>
          </p:cNvPr>
          <p:cNvSpPr txBox="1"/>
          <p:nvPr/>
        </p:nvSpPr>
        <p:spPr>
          <a:xfrm>
            <a:off x="677334" y="1791256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>
                <a:solidFill>
                  <a:srgbClr val="FF0000"/>
                </a:solidFill>
              </a:rPr>
              <a:t>smartArt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CD82E0-1B28-4F8C-9AD2-B0DC39CCE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7DB4-EFDE-41D0-A368-BFC3014651EC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B8027C5-1D2D-40B0-8122-AEF5BA28C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60007AD-2A9E-47F5-A57E-F0C1F6D5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50900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286D6C-9BF1-4B65-B896-87F47AF0A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轉場效果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C6E25D-F54F-4934-A3B3-29501B625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8065D8-2CD6-4276-B8C6-06E8A771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A5EC7-ED59-4DC9-8718-20A006B6A0D7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E51611-1E96-4C5F-9E8D-BC12541DD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B4F64F-AD0D-448B-8BBD-C3A0C436F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1165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474EA24-DAAB-4FFC-A2A0-C02BB801954C}"/>
              </a:ext>
            </a:extLst>
          </p:cNvPr>
          <p:cNvSpPr txBox="1"/>
          <p:nvPr/>
        </p:nvSpPr>
        <p:spPr>
          <a:xfrm>
            <a:off x="4487917" y="2511972"/>
            <a:ext cx="2236510" cy="1323439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zh-TW" altLang="en-US" sz="8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標題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63F33CA-895F-409F-9E62-1A9DFF058801}"/>
              </a:ext>
            </a:extLst>
          </p:cNvPr>
          <p:cNvSpPr txBox="1"/>
          <p:nvPr/>
        </p:nvSpPr>
        <p:spPr>
          <a:xfrm>
            <a:off x="1280160" y="633046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投影片動畫：進入→強調→離開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984A830-94F6-445C-BB46-DE682BD3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2C2D-46D2-448A-91F6-6EC92EFE67B4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B2529E1-B8EC-45BF-AEFE-BA4964CB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67F514-6832-4D73-A12C-19ED8CC5E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144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4" presetClass="emph" presetSubtype="0" fill="hold" grpId="1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50"/>
                            </p:stCondLst>
                            <p:childTnLst>
                              <p:par>
                                <p:cTn id="17" presetID="2" presetClass="exit" presetSubtype="2" fill="hold" grpId="2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474EA24-DAAB-4FFC-A2A0-C02BB801954C}"/>
              </a:ext>
            </a:extLst>
          </p:cNvPr>
          <p:cNvSpPr txBox="1"/>
          <p:nvPr/>
        </p:nvSpPr>
        <p:spPr>
          <a:xfrm>
            <a:off x="4487917" y="2511972"/>
            <a:ext cx="2837636" cy="1323439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zh-TW" altLang="en-US" sz="8000" b="1" dirty="0"/>
              <a:t>標題</a:t>
            </a:r>
            <a:r>
              <a:rPr lang="en-US" altLang="zh-TW" sz="8000" b="1" dirty="0"/>
              <a:t>1</a:t>
            </a:r>
            <a:endParaRPr lang="zh-TW" altLang="en-US" sz="80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63F33CA-895F-409F-9E62-1A9DFF058801}"/>
              </a:ext>
            </a:extLst>
          </p:cNvPr>
          <p:cNvSpPr txBox="1"/>
          <p:nvPr/>
        </p:nvSpPr>
        <p:spPr>
          <a:xfrm>
            <a:off x="1280160" y="6330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複製動畫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72961BC-EC09-4530-966F-A939D41D6A61}"/>
              </a:ext>
            </a:extLst>
          </p:cNvPr>
          <p:cNvSpPr txBox="1"/>
          <p:nvPr/>
        </p:nvSpPr>
        <p:spPr>
          <a:xfrm>
            <a:off x="4487917" y="4021566"/>
            <a:ext cx="2837636" cy="1323439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zh-TW" altLang="en-US" sz="8000" b="1" dirty="0"/>
              <a:t>標題</a:t>
            </a:r>
            <a:r>
              <a:rPr lang="en-US" altLang="zh-TW" sz="8000" b="1" dirty="0"/>
              <a:t>2</a:t>
            </a:r>
            <a:endParaRPr lang="zh-TW" altLang="en-US" sz="8000" b="1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86E6186-5012-407D-B1F5-23C2931F1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5A647-C2AA-49D7-BE78-D97D72C2B737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5C253A1-6D48-486D-8DAC-E6C5DE2FD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3AE2C9F-CBEC-4D67-B039-95ADD563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248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4" presetClass="emph" presetSubtype="0" fill="hold" grpId="1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2" presetClass="exit" presetSubtype="2" fill="hold" grpId="2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60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600"/>
                            </p:stCondLst>
                            <p:childTnLst>
                              <p:par>
                                <p:cTn id="27" presetID="34" presetClass="emph" presetSubtype="0" fill="hold" grpId="1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200"/>
                            </p:stCondLst>
                            <p:childTnLst>
                              <p:par>
                                <p:cTn id="34" presetID="2" presetClass="exit" presetSubtype="2" fill="hold" grpId="2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  <p:bldP spid="6" grpId="0"/>
      <p:bldP spid="6" grpId="1"/>
      <p:bldP spid="6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477D49-5162-4A8A-BDCD-36F10980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套用新的設計範本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9EEC15-146D-46F0-AE6E-617E5C51F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8BEFDBB-7545-4818-A5EF-7DA81E00C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271" y="2214393"/>
            <a:ext cx="4872890" cy="3510132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51CC96-A420-49E0-800B-C95FA25CC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D4727-8079-48EE-BA1C-DB9C06D91272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C98847B-AC46-405D-9F65-35FC00AC8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AEDC275-7D38-4D91-A072-BBF93A177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3607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cashreg.wav"/>
          </p:stSnd>
        </p:sndAc>
      </p:transition>
    </mc:Choice>
    <mc:Fallback xmlns="">
      <p:transition spd="slow">
        <p:sndAc>
          <p:stSnd>
            <p:snd r:embed="rId4" name="cashreg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1E8CC1-9C41-47E1-AD31-08BF913FA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投影片母片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51DE98-FE68-4B94-A261-4C436117D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4400" dirty="0"/>
              <a:t>檢視</a:t>
            </a:r>
            <a:r>
              <a:rPr lang="en-US" altLang="zh-TW" sz="4400" dirty="0"/>
              <a:t>/</a:t>
            </a:r>
            <a:r>
              <a:rPr lang="zh-TW" altLang="en-US" sz="4400" dirty="0"/>
              <a:t>投影母片</a:t>
            </a:r>
            <a:endParaRPr lang="en-US" altLang="zh-TW" sz="4400" dirty="0"/>
          </a:p>
          <a:p>
            <a:r>
              <a:rPr lang="zh-TW" altLang="en-US" sz="4400" dirty="0"/>
              <a:t>加上</a:t>
            </a:r>
            <a:r>
              <a:rPr lang="en-US" altLang="zh-TW" sz="4400" dirty="0"/>
              <a:t>logo</a:t>
            </a:r>
          </a:p>
          <a:p>
            <a:r>
              <a:rPr lang="zh-TW" altLang="en-US" sz="4400" dirty="0"/>
              <a:t>加上頁碼</a:t>
            </a:r>
            <a:r>
              <a:rPr lang="en-US" altLang="zh-TW" sz="4400" dirty="0"/>
              <a:t>/</a:t>
            </a:r>
            <a:r>
              <a:rPr lang="zh-TW" altLang="en-US" sz="4400" dirty="0"/>
              <a:t>日期</a:t>
            </a:r>
            <a:endParaRPr lang="en-US" altLang="zh-TW" sz="4400" dirty="0"/>
          </a:p>
          <a:p>
            <a:r>
              <a:rPr lang="zh-TW" altLang="en-US" sz="4400" dirty="0"/>
              <a:t>快速更換字型</a:t>
            </a:r>
            <a:endParaRPr lang="en-US" altLang="zh-TW" sz="4400" dirty="0"/>
          </a:p>
          <a:p>
            <a:pPr marL="0" indent="0">
              <a:buNone/>
            </a:pPr>
            <a:endParaRPr lang="zh-TW" altLang="en-US" sz="44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46493F-7977-458A-8F9D-DA502960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D2AF2-84DB-4615-8AFB-56CA2918BDDA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B6888A-C449-4595-B999-4193F5322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02733A-A02F-47C9-9A5D-3B3F4428D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3570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BA3700-0526-4E98-8D64-53FAC7B66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做一個好觀眾，鼓勵別人說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說他們自己。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-</a:t>
            </a:r>
            <a:r>
              <a:rPr lang="zh-TW" altLang="en-US" dirty="0"/>
              <a:t>戴爾．卡內基</a:t>
            </a:r>
          </a:p>
        </p:txBody>
      </p:sp>
      <p:pic>
        <p:nvPicPr>
          <p:cNvPr id="14" name="圖片版面配置區 13">
            <a:extLst>
              <a:ext uri="{FF2B5EF4-FFF2-40B4-BE49-F238E27FC236}">
                <a16:creationId xmlns:a16="http://schemas.microsoft.com/office/drawing/2014/main" id="{B29DC819-2BB5-4DFA-AF33-B40445F469A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2" t="4017" r="8922" b="-2835"/>
          <a:stretch/>
        </p:blipFill>
        <p:spPr>
          <a:xfrm>
            <a:off x="4294094" y="3518647"/>
            <a:ext cx="2061882" cy="2967317"/>
          </a:xfrm>
          <a:prstGeom prst="ellipse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5D9DA947-386C-46CC-B2F3-C078E4601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63" y="4017692"/>
            <a:ext cx="2791215" cy="2534004"/>
          </a:xfrm>
          <a:prstGeom prst="rect">
            <a:avLst/>
          </a:prstGeom>
        </p:spPr>
      </p:pic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91FA03E-8822-435A-B8C0-A8A9FC6A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90653-E7BC-417D-A932-474A824F5AE9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51B8D7A-8A30-4FA0-8E26-97761300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FEA830-45A5-41F5-A6B8-99E9485C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0508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B87CE7-DD14-4058-95C9-82AE1FC92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7FAB1C8-B921-4954-82B6-A09932CC00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4" name="圖片版面配置區 3">
            <a:extLst>
              <a:ext uri="{FF2B5EF4-FFF2-40B4-BE49-F238E27FC236}">
                <a16:creationId xmlns:a16="http://schemas.microsoft.com/office/drawing/2014/main" id="{EA3125A0-5D4B-49BE-9647-565F26DF1A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ED41BBF-E84A-4CFD-86F2-59772F932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56759"/>
            <a:ext cx="5811061" cy="614448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E8F1ACF-6093-41DA-BF74-4F62E1935E00}"/>
              </a:ext>
            </a:extLst>
          </p:cNvPr>
          <p:cNvSpPr/>
          <p:nvPr/>
        </p:nvSpPr>
        <p:spPr>
          <a:xfrm>
            <a:off x="756138" y="5513388"/>
            <a:ext cx="4193931" cy="729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6843E2C-9673-442E-9E51-D514463DF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DE4CB-DC3A-45F0-B654-BE5D4EA62ED2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E88B11F-5EC4-47B4-BE90-303E3636E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C44DD9C-BE67-421B-A70A-A872E995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8385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4158F18C-B418-4E76-BEBD-AE41AE8B6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如何將相片轉換投影片 </a:t>
            </a:r>
            <a:r>
              <a:rPr lang="en-US" altLang="zh-TW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+ </a:t>
            </a:r>
            <a:r>
              <a:rPr lang="zh-TW" altLang="en-US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配樂設定 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79C620E3-E025-44DE-A351-B8E84B33C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Youtube</a:t>
            </a:r>
            <a:r>
              <a:rPr lang="zh-TW" altLang="en-US" dirty="0"/>
              <a:t> 音效庫</a:t>
            </a:r>
            <a:endParaRPr lang="en-US" altLang="zh-TW" dirty="0"/>
          </a:p>
          <a:p>
            <a:pPr lvl="1"/>
            <a:r>
              <a:rPr lang="en-US" altLang="zh-TW" dirty="0">
                <a:hlinkClick r:id="rId2"/>
              </a:rPr>
              <a:t>https://studio.youtube.com/channel/UC7ck_IHMNFeLIPlu5M7q-NQ/music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48EBFE3-EE7B-4B6A-BE6A-2143081FD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09" y="3687721"/>
            <a:ext cx="3560884" cy="269595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1E900C08-71ED-40BB-A731-63C2A364FC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8347"/>
          <a:stretch/>
        </p:blipFill>
        <p:spPr>
          <a:xfrm>
            <a:off x="4025311" y="3687721"/>
            <a:ext cx="4894187" cy="280074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500CC48-8221-47B4-9ABB-19997C0C7524}"/>
              </a:ext>
            </a:extLst>
          </p:cNvPr>
          <p:cNvSpPr/>
          <p:nvPr/>
        </p:nvSpPr>
        <p:spPr>
          <a:xfrm>
            <a:off x="4535365" y="3984020"/>
            <a:ext cx="3703027" cy="1104071"/>
          </a:xfrm>
          <a:prstGeom prst="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8FDAD13F-BFAA-4EA9-80B7-4C6B64AB5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612" y="3638101"/>
            <a:ext cx="2734057" cy="3219899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E1686EE7-48A2-4EEC-9249-53440533A7CF}"/>
              </a:ext>
            </a:extLst>
          </p:cNvPr>
          <p:cNvSpPr/>
          <p:nvPr/>
        </p:nvSpPr>
        <p:spPr>
          <a:xfrm>
            <a:off x="8336394" y="3972931"/>
            <a:ext cx="609581" cy="1104071"/>
          </a:xfrm>
          <a:prstGeom prst="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688148D-B867-4569-85B5-1DF6C7EB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E1E12-F966-4E50-B752-81DB01F72EAD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657B022-D2A0-47BA-8BDC-2A31799E3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1707DB-78C9-4C75-A09A-38511691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761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5D8FD9-0B19-4481-80A7-87C6E3841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249CA2-FB83-411C-A91E-1E25FF8E9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C94E1FF-144D-4F5B-A427-5E697D4E7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93" y="1417650"/>
            <a:ext cx="9376859" cy="4623712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7B9D3B-9E19-42B1-AF46-6738C0A8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7CBDE-23DD-4321-B236-83A4B743FF6A}" type="datetime1">
              <a:rPr lang="zh-TW" altLang="en-US" smtClean="0"/>
              <a:t>2026/5/14 Thursday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8D07C02-7659-4662-9E56-CC6FBDCB5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0C2E87E-E0C2-47A0-93A1-47739195E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5B7D-0AE3-4649-9D1A-641EFDE58513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8272894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</TotalTime>
  <Words>187</Words>
  <Application>Microsoft Office PowerPoint</Application>
  <PresentationFormat>寬螢幕</PresentationFormat>
  <Paragraphs>58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13</vt:i4>
      </vt:variant>
    </vt:vector>
  </HeadingPairs>
  <TitlesOfParts>
    <vt:vector size="25" baseType="lpstr">
      <vt:lpstr>Roboto</vt:lpstr>
      <vt:lpstr>微軟正黑體</vt:lpstr>
      <vt:lpstr>新細明體</vt:lpstr>
      <vt:lpstr>Arial</vt:lpstr>
      <vt:lpstr>Calibri</vt:lpstr>
      <vt:lpstr>Calibri Light</vt:lpstr>
      <vt:lpstr>Garamond</vt:lpstr>
      <vt:lpstr>Trebuchet MS</vt:lpstr>
      <vt:lpstr>Wingdings 3</vt:lpstr>
      <vt:lpstr>多面向</vt:lpstr>
      <vt:lpstr>回顧</vt:lpstr>
      <vt:lpstr>有機</vt:lpstr>
      <vt:lpstr>如何製作一份優質的投影片</vt:lpstr>
      <vt:lpstr>底圖填滿/插入圖案</vt:lpstr>
      <vt:lpstr>製作簡報常見的三項錯誤</vt:lpstr>
      <vt:lpstr>精準傳遞你的想法</vt:lpstr>
      <vt:lpstr>轉場效果</vt:lpstr>
      <vt:lpstr>PowerPoint 簡報</vt:lpstr>
      <vt:lpstr>PowerPoint 簡報</vt:lpstr>
      <vt:lpstr>套用新的設計範本</vt:lpstr>
      <vt:lpstr>投影片母片</vt:lpstr>
      <vt:lpstr>做一個好觀眾，鼓勵別人說 說他們自己。 -戴爾．卡內基</vt:lpstr>
      <vt:lpstr>PowerPoint 簡報</vt:lpstr>
      <vt:lpstr>如何將相片轉換投影片 + 配樂設定 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如何製作一份優質的投影片</dc:title>
  <dc:creator>kjojokimo@outlook.com</dc:creator>
  <cp:lastModifiedBy>許芳榛</cp:lastModifiedBy>
  <cp:revision>16</cp:revision>
  <dcterms:created xsi:type="dcterms:W3CDTF">2026-05-08T15:05:20Z</dcterms:created>
  <dcterms:modified xsi:type="dcterms:W3CDTF">2026-05-14T10:33:21Z</dcterms:modified>
</cp:coreProperties>
</file>